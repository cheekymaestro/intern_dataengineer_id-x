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ubik Medium"/>
      <p:regular r:id="rId17"/>
      <p:bold r:id="rId18"/>
      <p:italic r:id="rId19"/>
      <p:boldItalic r:id="rId20"/>
    </p:embeddedFont>
    <p:embeddedFont>
      <p:font typeface="Rubik Light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ubik"/>
      <p:regular r:id="rId29"/>
      <p:bold r:id="rId30"/>
      <p:italic r:id="rId31"/>
      <p:boldItalic r:id="rId32"/>
    </p:embeddedFont>
    <p:embeddedFont>
      <p:font typeface="Rubik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mgPNRyAyLAkSnvecW6+hZdaz5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Medium-boldItalic.fntdata"/><Relationship Id="rId22" Type="http://schemas.openxmlformats.org/officeDocument/2006/relationships/font" Target="fonts/RubikLight-bold.fntdata"/><Relationship Id="rId21" Type="http://schemas.openxmlformats.org/officeDocument/2006/relationships/font" Target="fonts/RubikLight-regular.fntdata"/><Relationship Id="rId24" Type="http://schemas.openxmlformats.org/officeDocument/2006/relationships/font" Target="fonts/RubikLight-boldItalic.fntdata"/><Relationship Id="rId23" Type="http://schemas.openxmlformats.org/officeDocument/2006/relationships/font" Target="fonts/Rubik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ubi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ubik-italic.fntdata"/><Relationship Id="rId30" Type="http://schemas.openxmlformats.org/officeDocument/2006/relationships/font" Target="fonts/Rubik-bold.fntdata"/><Relationship Id="rId11" Type="http://schemas.openxmlformats.org/officeDocument/2006/relationships/slide" Target="slides/slide6.xml"/><Relationship Id="rId33" Type="http://schemas.openxmlformats.org/officeDocument/2006/relationships/font" Target="fonts/Rubik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Rubik-boldItalic.fntdata"/><Relationship Id="rId13" Type="http://schemas.openxmlformats.org/officeDocument/2006/relationships/slide" Target="slides/slide8.xml"/><Relationship Id="rId35" Type="http://schemas.openxmlformats.org/officeDocument/2006/relationships/font" Target="fonts/RubikSemiBold-italic.fntdata"/><Relationship Id="rId12" Type="http://schemas.openxmlformats.org/officeDocument/2006/relationships/slide" Target="slides/slide7.xml"/><Relationship Id="rId34" Type="http://schemas.openxmlformats.org/officeDocument/2006/relationships/font" Target="fonts/RubikSemiBold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ubikSemiBold-boldItalic.fntdata"/><Relationship Id="rId17" Type="http://schemas.openxmlformats.org/officeDocument/2006/relationships/font" Target="fonts/RubikMedium-regular.fntdata"/><Relationship Id="rId16" Type="http://schemas.openxmlformats.org/officeDocument/2006/relationships/slide" Target="slides/slide11.xml"/><Relationship Id="rId19" Type="http://schemas.openxmlformats.org/officeDocument/2006/relationships/font" Target="fonts/RubikMedium-italic.fntdata"/><Relationship Id="rId18" Type="http://schemas.openxmlformats.org/officeDocument/2006/relationships/font" Target="fonts/Rubik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ee86830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265ee86830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265ee86830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23ec2985a6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3ec2985a68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3ec2985a6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3ec2985a6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900" y="1596200"/>
            <a:ext cx="62391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&lt;Judul Final Task&gt;</a:t>
            </a:r>
            <a:endParaRPr b="0" i="0" sz="20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ID/X Partners</a:t>
            </a:r>
            <a:r>
              <a:rPr b="0" i="0" lang="en" sz="25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Data Engineer</a:t>
            </a:r>
            <a:endParaRPr b="0" i="0" sz="2500" u="none" cap="none" strike="noStrik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b="0" i="0" sz="3000" u="none" cap="none" strike="noStrik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b="0" i="0" sz="20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&lt;Your Name&gt;</a:t>
            </a:r>
            <a:endParaRPr b="0" i="0" sz="30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5">
            <a:alphaModFix/>
          </a:blip>
          <a:srcRect b="2079" l="0" r="0" t="2079"/>
          <a:stretch/>
        </p:blipFill>
        <p:spPr>
          <a:xfrm>
            <a:off x="2246350" y="256450"/>
            <a:ext cx="1328711" cy="4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608850" y="1578275"/>
            <a:ext cx="792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Disclaimer </a:t>
            </a:r>
            <a:endParaRPr b="1" sz="302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1250250" y="2258300"/>
            <a:ext cx="66435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lt1"/>
                </a:solidFill>
                <a:highlight>
                  <a:srgbClr val="FF0000"/>
                </a:highlight>
                <a:latin typeface="Rubik"/>
                <a:ea typeface="Rubik"/>
                <a:cs typeface="Rubik"/>
                <a:sym typeface="Rubik"/>
              </a:rPr>
              <a:t>Anda dapat mengganti</a:t>
            </a: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design template ini sesuai kreativitas kalian. Anda dapat menambahkan slide sesuai kebutuhan. 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Template ini hanya bertujuan untuk memberikan gambaran isi konten yang wajib dibuat oleh peserta. SIlahkan hapus slide ini setelah anda membuat salinan dokumen ini di drive Anda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Insert your photo here</a:t>
            </a:r>
            <a:endParaRPr b="0" i="0" sz="14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&lt;Your Name&gt;</a:t>
            </a:r>
            <a:endParaRPr b="0" i="0" sz="20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294775" y="45606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*notes: just a sample page</a:t>
            </a:r>
            <a:endParaRPr b="1" i="0" sz="1400" u="none" cap="none" strike="noStrike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867250" y="1604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&lt;Your Title&gt;</a:t>
            </a:r>
            <a:endParaRPr b="0" i="0" sz="2000" u="none" cap="none" strike="noStrike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4867250" y="2453075"/>
            <a:ext cx="3504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&lt;Please describe yourself here. Highli</a:t>
            </a:r>
            <a:r>
              <a:rPr lang="en" sz="1200">
                <a:latin typeface="Rubik Medium"/>
                <a:ea typeface="Rubik Medium"/>
                <a:cs typeface="Rubik Medium"/>
                <a:sym typeface="Rubik Medium"/>
              </a:rPr>
              <a:t>ght your skills, work, educational experience, and so on</a:t>
            </a: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004800" y="3928325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current domicile&gt;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004800" y="4750550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LinkedIn account&gt;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1004800" y="4358988"/>
            <a:ext cx="35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&lt;Insert your email address&gt;</a:t>
            </a:r>
            <a:endParaRPr b="0" i="0" sz="12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65ee868302_0_13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65ee868302_0_130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65ee868302_0_130"/>
          <p:cNvSpPr txBox="1"/>
          <p:nvPr/>
        </p:nvSpPr>
        <p:spPr>
          <a:xfrm>
            <a:off x="340500" y="1406350"/>
            <a:ext cx="8653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&lt;course / certification 1&gt;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2&gt;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3&gt;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4&gt;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b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b="1" i="0" lang="en" sz="14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&lt;course / certification 5&gt; | </a:t>
            </a:r>
            <a:r>
              <a:rPr b="1" i="0" lang="en" sz="14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&lt;link certificate&gt;							&lt;month, year&gt;</a:t>
            </a:r>
            <a:endParaRPr b="0" i="0" sz="14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g265ee868302_0_130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4" name="Google Shape;94;g265ee868302_0_130"/>
          <p:cNvSpPr txBox="1"/>
          <p:nvPr/>
        </p:nvSpPr>
        <p:spPr>
          <a:xfrm>
            <a:off x="5294775" y="45606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*notes: just a sample page</a:t>
            </a:r>
            <a:endParaRPr b="1" i="0" sz="1400" u="none" cap="none" strike="noStrike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340500" y="1406350"/>
            <a:ext cx="560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&lt;silahkan jelaskan mengenai </a:t>
            </a:r>
            <a:r>
              <a:rPr b="1" lang="en" sz="1200">
                <a:latin typeface="Rubik"/>
                <a:ea typeface="Rubik"/>
                <a:cs typeface="Rubik"/>
                <a:sym typeface="Rubik"/>
              </a:rPr>
              <a:t>ID/X Partners</a:t>
            </a: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 halaman ini&gt;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355675" y="2691725"/>
            <a:ext cx="356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&lt;gunakan logo ini sesuai kebutuhan&gt;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9525" y="1853525"/>
            <a:ext cx="22574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40500" y="1406350"/>
            <a:ext cx="834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&lt;silahkan jelaskan deskripsi project yang terdapat pada final task di sini, lengkap dengan latar belakang, data yang tersedia, dan problem statement. Jelaskan dengan singkat&gt;</a:t>
            </a:r>
            <a:endParaRPr b="0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b="1" i="0" lang="en" sz="30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b="1" i="0" sz="3000" u="none" cap="none" strike="noStrik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g265ee868302_0_99"/>
          <p:cNvSpPr txBox="1"/>
          <p:nvPr/>
        </p:nvSpPr>
        <p:spPr>
          <a:xfrm>
            <a:off x="6054900" y="4058325"/>
            <a:ext cx="30891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b="1" i="0" lang="en" sz="1200" u="none" cap="none" strike="noStrik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here</a:t>
            </a:r>
            <a:r>
              <a:rPr b="1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b="1" i="0" sz="12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1" lang="en" sz="85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&lt;buat hyperlink di kata "here" di atas, sisipkan link youtube yang berisi rekaman anda melakukan presentasi penjelasan hasil pengerjaan final task. Hapus pesan ini jika anda telah memahami pesan ini&gt;</a:t>
            </a:r>
            <a:endParaRPr b="1" i="1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Data Warehouse Creation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g23ec2985a68_1_33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also.&gt;</a:t>
            </a:r>
            <a:endParaRPr b="1" i="0" sz="48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Create ETL Job for Dimension Table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9" name="Google Shape;129;g23ec2985a68_1_42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also.&gt;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Create ETL Job for Fact Table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7" name="Google Shape;137;g23ec2985a68_1_49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also.&gt;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b="1" lang="en" sz="2700">
                <a:latin typeface="Rubik"/>
                <a:ea typeface="Rubik"/>
                <a:cs typeface="Rubik"/>
                <a:sym typeface="Rubik"/>
              </a:rPr>
              <a:t>Create Stored Procedure</a:t>
            </a:r>
            <a:endParaRPr b="1" i="0" sz="2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5" name="Google Shape;145;g23ec2985a68_1_56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5098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b="0" i="0" sz="20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b="1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b="0" i="0" lang="en" sz="12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also.&gt;</a:t>
            </a:r>
            <a:endParaRPr b="0" i="0" sz="2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b="0" i="0" sz="20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b="0" i="0" sz="3000" u="none" cap="none" strike="noStrik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0625" y="4140050"/>
            <a:ext cx="22574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